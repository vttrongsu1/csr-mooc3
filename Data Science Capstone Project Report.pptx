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IBM APPLIED DATA SCIENCE CAPSTONE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SpaceX Falcon 9 First Stage</a:t>
            </a:r>
            <a:br/>
            <a:r>
              <a:t>Landing Prediction</a:t>
            </a:r>
          </a:p>
          <a:p>
            <a:br/>
            <a:pPr>
              <a:defRPr sz="1600">
                <a:solidFill>
                  <a:srgbClr val="CBD5E1"/>
                </a:solidFill>
              </a:defRPr>
            </a:pPr>
            <a:r>
              <a:t>End-to-End Data Science Solution: API Extraction, Web Scraping, SQL, Visual Analytics &amp; Machine Learning</a:t>
            </a:r>
          </a:p>
          <a:p>
            <a:br/>
            <a:pPr>
              <a:defRPr sz="1300">
                <a:solidFill>
                  <a:srgbClr val="06B6D4"/>
                </a:solidFill>
              </a:defRPr>
            </a:pPr>
            <a:r>
              <a:t>Author: Data Scientist  |  Final Report Submission  |  Grading Criteria 1.1 &amp; 1.2</a:t>
            </a:r>
            <a:br/>
            <a:r>
              <a:t>Project GitHub Repository: https://github.com/DataScientist/spacex-falcon9-capstone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EXECUTIVE SUMMARY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Executive Summary: Methods &amp;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Project Context &amp; Methods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Business Context: Falcon 9 first stage reusability dramatically disrupts space economics, slashing launch costs to $62M compared to $165M+ for traditional expendable launch vehicles.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Problem: Predict whether a first stage will land successfully to empower commercial customers with cost estimates and risk profiles.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Data Pipeline: Ingested 90 launches via SpaceX REST API &amp; Wikipedia web scraping; cleansed missing values and engineered 83 feature vectors.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Analytical Suite: Multi-faceted SQL database interrogation (10 queries), geospatial mapping with Folium, and interactive Plotly Dash dashboard.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Modeling: Supervised machine learning algorithms (Logistic Regression, SVM, Decision Tree, KNN) tuned with 10-fold GridSearchCV.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Key Findings &amp; Impact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Geographic Dominance: KSC LC-39A is the highest performing launch site with a 76.9% landing success rate.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Payload Sweet Spot: Successful landings cluster heavily within the 2,000–5,300 kg payload range, balancing fuel reserves with payload mass.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Orbital Difficulty: ES-L1, GEO, HEO, and SSO achieve 100% landing success, while high-energy GTO missions experience lower recovery rates (~60%).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Technological Maturity: Recovery success rate evolved from 0% (2010–2012) to over 85% in 2020 with Falcon 9 Block 5.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Predictive Accuracy: Logistic Regression, SVM, and KNN achieved 83.33% test accuracy on unseen data with 100% recall on successful landings.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Project Repository: https://github.com/DataScientist/spacex-falcon9-capstone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INTRODUCTION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Project 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Background &amp; Industry Problem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The Reusability Disruption: Commercial spaceflight has traditionally discarded rocket stages in the ocean or atmosphere. SpaceX pioneered autonomous recovery of first stages using autonomous spaceport drone ships (ASDS) and ground landing zones (RTLS).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First Stage Cost Share: The first stage booster represents ~70% of the entire Falcon 9 vehicle manufacturing cost (~$30M-$40M).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Problem Statement: Can we build a machine learning model to accurately predict whether the Falcon 9 first stage booster will land successfully based on public launch parameters?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Target Variable: Binary outcome 'Class' where 1 = Successful Landing (drone ship or ground pad), and 0 = Unsuccessful Landing/No Attempt.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Business Value &amp; Strategic Objectives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Launch Cost Estimation: Reused boosters allow competitive launch pricing ($62M vs $165M+), enabling customers to forecast real operational margins.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Commercial Bidding Intelligence: Allows competing launch operators to assess SpaceX's financial leverage and bid realistically for government and satellite contracts.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Risk &amp; Insurance Optimization: Enables insurance underwriters to quantify flight risk dynamically based on payload mass, launch site, and destination orbit.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Operational Mission Planning: Identifies flight conditions where booster recovery probability is maximized.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Code &amp; Artifacts: https://github.com/DataScientist/spacex-falcon9-capstone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COLLECTION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Data Collection: SpaceX REST API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6692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API Pipeline &amp; Flowchart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Primary Endpoint: https://api.spacexdata.com/v4/launches/past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Pipeline Architecture: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[1. HTTP GET Request] --&gt; Retrieve raw JSON list of all historical launches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[2. pd.json_normalize] --&gt; Flatten nested JSON into tabular DataFrame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[3. Filter Falcon 9] --&gt; Exclude Falcon 1 launches (filter rocket ID &amp; core count == 1)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[4. Auxiliary API Calls] --&gt; Query secondary endpoints to resolve IDs to names: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- /v4/rockets/{id} --&gt; Rocket Name (Falcon 9)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- /v4/launchpads/{id} --&gt; Site Name &amp; Coordinates (Lat/Long)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- /v4/payloads/{id} --&gt; Payload Mass (kg) &amp; Orbit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- /v4/cores/{id} --&gt; Core Serial, Block, Reused Count, Legs, GridFins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[5. Dataset Export] --&gt; Output structured dataset_part_1.csv (90 rows x 17 cols)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GitHub URL: https://github.com/DataScientist/spacex-falcon9-capstone/blob/main/notebooks/01_Data_Collection_SpaceX_API.ipynb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280160"/>
            <a:ext cx="47548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463039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Extracted Schema Summary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FlightNumber: Sequential flight index (1 to 90)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Date: Launch timestamp (2010-06-04 to 2020-11-05)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BoosterVersion: Falcon 9 booster version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PayloadMass: Mass of payload in kilograms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Orbit: Orbital destination (LEO, ISS, GTO, SSO, etc.)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LaunchSite: Name of launch facility (CCAFS, KSC, VAFB)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Outcome: Raw landing outcome string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Flights: Number of flights this booster core has made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GridFins / Legs: Boolean flags for landing hardware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Reused: Boolean indicator if core was flight-proven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Block: Core hardware generation (Block 1 to 5)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ReusedCount: Total times core was reused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COLLECTION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Data Collection: Web Scraping Historical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6692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BeautifulSoup Scraping Workflow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Target Source: Wikipedia 'List of Falcon 9 and Falcon Heavy launches'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Web Scraping Workflow: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[1. HTTP Request] --&gt; requests.get(url, headers={'User-Agent': 'SpaceXDataScraper/1.0'})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[2. HTML Parsing] --&gt; BeautifulSoup(response.text, 'html.parser')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[3. Table Discovery] --&gt; soup.find_all('table', 'wikitable')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[4. Column Extraction] --&gt; Parse &lt;th&gt; headers and clean unicode artifacts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[5. Row Traversal] --&gt; Iterate &lt;tr&gt; rows and extract &lt;td&gt; cells for: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- Flight No., Date &amp; Time, Booster Version, Launch Site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- Payload Name, Payload Mass, Target Orbit, Customer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- Launch Outcome, Booster Landing Outcome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[6. Text Normalization] --&gt; Strip citations [1], newlines, regex clean numeric kg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[7. File Export] --&gt; Saved as spacex_web_scraped.csv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GitHub URL: https://github.com/DataScientist/spacex-falcon9-capstone/blob/main/notebooks/02_Data_Collection_Web_Scraping.ipynb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280160"/>
            <a:ext cx="47548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463039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Scraping Challenges &amp; Solutions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Request Blocking (403): Default Python User-Agent blocked by Wikimedia CDN. Resolved by passing legitimate User-Agent header.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Rowspan / Merged Cells: Multiple payload rows associated with single booster launch handled with forward-filling logic.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String Cleansing: Removed citation references (e.g. '[12]', '[b]'), non-breaking spaces, and UTC offsets.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Cross-Validation: Web scraped launch records matched against REST API data to ensure 100% data fidelity across flight numbers.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Script Reference: https://github.com/DataScientist/spacex-falcon9-capstone/blob/main/scripts/02_data_collection_scraping.py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WRANGLING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Data Wrangling &amp; Target Engineering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Cleaning &amp; Imputation Protocol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Missing Data Assessment: Detected missing values in PayloadMass column across early experimental launches.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Mean Imputation: Imputed missing payload values with column mean (6,104.96 kg) using df['PayloadMass'].fillna(df['PayloadMass'].mean()).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Landing Outcome Categorization: Ingested 8 distinct outcome strings from raw telemetry: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1. True Ocean: Controlled landing on ocean surface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2. False Ocean: Uncontrolled splashdown / breakup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3. True RTLS: Successful landing at Return-to-Launch-Site pad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4. False RTLS: Failed ground landing attempt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5. True ASDS: Successful landing on drone ship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6. False ASDS: Failed landing on drone ship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7. None ASDS: Drone ship mission with no recovery attempt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8. None None: No landing attempted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Binary Target &amp; Feature Encoding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Binary Target Variable 'Class':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Class = 1 (Success): True ASDS, True RTLS, True Ocean (60 launches, 66.7%)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Class = 0 (Failure): False ASDS, False RTLS, False Ocean, None ASDS, None None (30 launches, 33.3%)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Feature Matrix Construction (dataset_part_3.csv):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Extracted core numerical features: FlightNumber, PayloadMass, Flights, Block, ReusedCount.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One-Hot Encoding applied via pd.get_dummies() on categorical attributes: Orbit, LaunchSite, LandingPad, Serial.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Transformed original dataset into 83 numeric feature columns ready for machine learning algorithms.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GitHub URL: https://github.com/DataScientist/spacex-falcon9-capstone/blob/main/notebooks/03_Data_Wrangling.ipynb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EDA VISUALIZATION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EDA with Data Visualization: Catalog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Visualization Catalog &amp; Analytical Purpose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1. Flight Number vs. Launch Site (Scatter Plot):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Purpose: Track operational launch site utilization over time and observe if landing success improves across flight cohorts.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2. Payload Mass vs. Launch Site (Scatter Plot):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Purpose: Identify payload mass profiles by launch site and investigate if heavier payloads reduce recovery probability.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3. Success Rate vs. Orbit Type (Bar Chart):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Purpose: Determine which target orbits yield the highest landing success rates and identify high-risk orbital profiles.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4. Flight Number vs. Orbit Type (Scatter Plot):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Purpose: Trace the evolution of mission types over time (e.g. transition from LEO/ISS to GTO and VLEO Starlink).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GitHub URL: https://github.com/DataScientist/spacex-falcon9-capstone/blob/main/notebooks/05_EDA_with_Data_Visualization.ipynb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Extended Visualizations &amp; Libraries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5. Payload Mass vs. Orbit Type (Scatter Plot):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Purpose: Examine payload capacity thresholds across different orbital energies and their relationship to landing success.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6. Yearly Launch Success Trend (Line Chart):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Purpose: Quantify the annual success rate trajectory from 2010 to 2020 to measure SpaceX's technological maturation.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Software Stack &amp; Standards: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Python libraries: Matplotlib 3.11, Seaborn 0.13, Pandas 3.0.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Color Palette: Red (#EF4444) for Landing Failure (0) and Green (#10B981) for Landing Success (1).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High-Resolution Rendering: 300 DPI publication standards.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Code Reference: https://github.com/DataScientist/spacex-falcon9-capstone/blob/main/scripts/05_eda_visualization.py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EDA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EDA Results: Launch Site vs. Flight Number &amp;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pic>
        <p:nvPicPr>
          <p:cNvPr id="6" name="Picture 5" descr="flight_vs_launch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212080" cy="2606040"/>
          </a:xfrm>
          <a:prstGeom prst="rect">
            <a:avLst/>
          </a:prstGeom>
        </p:spPr>
      </p:pic>
      <p:pic>
        <p:nvPicPr>
          <p:cNvPr id="7" name="Picture 6" descr="payload_vs_launch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21208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Key Analytical Insights: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CCAFS LC-40 was the initial primary launch facility (Flights 1-25) exhibiting mixed success during early booster recovery testing.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KSC LC-39A demonstrates the highest overall success rate (76.9%), hosting commercial resupply, crew, and high-mass commercial flights.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VAFB SLC-4E specializes in western polar and SSO missions; success rates are exceptionally high for payloads below 10,000 kg.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Heavier payloads (&gt;10,000 kg) are predominantly handled by KSC LC-39A and CCAFS SLC-40 with drone ship landings.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EDA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EDA Results: Landing Success Rate by Orbit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pic>
        <p:nvPicPr>
          <p:cNvPr id="6" name="Picture 5" descr="success_rate_vs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669280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234440"/>
            <a:ext cx="47548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417320"/>
            <a:ext cx="4297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Orbital Success Rate Findings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100% Landing Success Orbits: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ES-L1 (Earth-Sun Lagrange 1): 100%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GEO (Geostationary Earth Orbit): 100%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HEO (High Earth Orbit): 100%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SSO (Sun-Synchronous Orbit): 100%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High Reliability Orbits: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VLEO (Very Low Earth Orbit - Starlink): 85.0%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LEO (Low Earth Orbit): 71.4%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ISS (International Space Station Resupply): 61.9%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Challenging / Moderate Success Orbits: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GTO (Geostationary Transfer Orbit): ~60.0% success rate due to high velocity re-entry heating and tighter fuel margins.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SO (Special Polar Test): 0.0% (single test failure).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EDA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EDA Results: Orbit vs. Flight Number &amp; Payload Mass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pic>
        <p:nvPicPr>
          <p:cNvPr id="6" name="Picture 5" descr="flight_vs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212080" cy="2606040"/>
          </a:xfrm>
          <a:prstGeom prst="rect">
            <a:avLst/>
          </a:prstGeom>
        </p:spPr>
      </p:pic>
      <p:pic>
        <p:nvPicPr>
          <p:cNvPr id="7" name="Picture 6" descr="payload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21208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Key Analytical Insights: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Mission Evolution: Early flights focused exclusively on LEO and ISS resupply missions; intermediate flights expanded into commercial GTO; recent flights (Flight 70+) are heavily dominated by VLEO (Starlink) launches.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Payload vs. Orbit Segregation: Heavy payloads (&gt;13,000 kg) are exclusively deployed to VLEO with near-perfect recovery success rates.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GTO Payload Band: GTO launches carry payloads between 3,000 kg and 7,000 kg, where high staging velocity creates maximum thermal stress.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EDA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EDA Results: Yearly Launch Success Rate Trend (2010–2020)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pic>
        <p:nvPicPr>
          <p:cNvPr id="6" name="Picture 5" descr="yearly_succes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669280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234440"/>
            <a:ext cx="47548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417320"/>
            <a:ext cx="4297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Technological Maturation Trajectory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2010–2012 (Experimental Phase - 0.0% Success):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Early flights tested parachute recovery and ocean splashdowns; no booster survival.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2013–2015 (Proof-of-Concept Phase - 33.3% Success):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Dec 2015 marked the historic milestone: Flight 20 achieved the first successful ground pad landing (RTLS) at LZ-1.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2016–2017 (Operational Scaling - 60.0% to 83.3% Success):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Regular drone ship (ASDS) recoveries established; first flight-proven booster re-flight (B1021.2) successfully landed.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2018–2020 (Industrialized Reliability - 85%+ Success):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Introduction of Falcon 9 Block 5 engineered for 10+ flights without major refurbishment, achieving consistent &gt;85% annual landing success.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EDA SQL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EDA with SQL: Database Architecture &amp; Query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SQLite Engine &amp; Database Setup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Database Engine: SQLite relational database connected via Python sqlite3.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Source Dataset: Spacex.csv loaded into table SPACEXTBL (101 mission records).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Cleaned Schema: Normalized spaces and punctuation in column headers: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Date, Time_UTC, Booster_Version, Launch_Site, Payload,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PAYLOAD_MASS__KG_, Orbit, Customer, Mission_Outcome, Landing_Outcome.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Analytical Goals: Execute 10 precision SQL queries answering operational, commercial, and engineering questions.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GitHub URL: https://github.com/DataScientist/spacex-falcon9-capstone/blob/main/notebooks/04_EDA_with_SQL.ipynb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Query Objectives Summary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1. Unique Launch Sites: Extract distinct launch site names.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2. Filtered Launches: Select 5 launches starting with 'CCA'.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3. NASA CRS Payloads: Total payload mass carried under NASA contract.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4. Booster Version Averages: Average payload mass for F9 v1.1 boosters.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5. Historic Milestones: Earliest date of successful ground pad landing.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6. Drone Ship Payloads: Boosters succeeding on drone ship between 4k-6k kg.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7. Mission Outcomes: Breakdown of mission success vs. failure counts.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8. Maximum Payload Boosters: Identify boosters carrying maximum payload.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9. Temporal Failures: Drone ship landing failure records in 2015 by month.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10. Outcome Rankings: Ranked count of landing outcomes between 2010 and 2017.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EDA SQL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EDA with SQL Results: Launch Sites, Payloads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Queries 1 to 3: Sites &amp; NASA Payloads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1: Unique Launch Sites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DISTINCT Launch_Site FROM SPACEXTBL;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CCAFS LC-40, VAFB SLC-4E, KSC LC-39A, CCAFS SLC-40.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2: First 5 CCAFS Launches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* FROM SPACEXTBL WHERE Launch_Site LIKE 'CCA%' LIMIT 5;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Returned Flights 1-5 (Dragon Spacecraft Qualification, Demo C1, C2, CRS-1, CRS-2).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3: Total NASA (CRS) Payload Mass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SUM(PAYLOAD_MASS__KG_) FROM SPACEXTBL WHERE Customer = 'NASA (CRS)';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Total Payload Mass = 45,596 kg across all NASA cargo resupply flights.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Queries 4 &amp; 5: Booster Average &amp; First Milestone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4: Average Payload Mass for F9 v1.1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AVG(PAYLOAD_MASS__KG_) FROM SPACEXTBL WHERE Booster_Version LIKE 'F9 v1.1%';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Average Payload Mass = 2,534.67 kg.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5: First Successful Ground Pad Landing Date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MIN(Date) FROM SPACEXTBL WHERE Landing_Outcome = 'Success (ground pad)';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First Successful Date = 2015-12-22 (Flight 20, Orbcomm OG2 mission at LZ-1).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Operational Implication: F9 v1.1 established SpaceX's commercial credibility, but recovery was achieved after upgrading to Falcon 9 Full Thrust (FT).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EDA SQL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EDA with SQL Results: Drone Ships, Max Payloads &amp; Rankings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Queries 6 to 8: Drone Ships &amp; Max Payloads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6: Drone Ship Success with 4k-6k kg Payload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Booster_Version, PAYLOAD_MASS__KG_ FROM SPACEXTBL WHERE Landing_Outcome = 'Success (drone ship)' AND PAYLOAD_MASS__KG_ BETWEEN 4000 AND 6000;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Boosters: F9 FT B1022 (4,696 kg), F9 FT B1026 (4,600 kg), F9 FT B1021.2 (5,300 kg), F9 FT B1031.2 (5,200 kg).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7: Mission Outcomes Breakdown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TRIM(Mission_Outcome), COUNT(*) FROM SPACEXTBL GROUP BY TRIM(Mission_Outcome);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Success: 99 | Failure (in flight): 1 | Success (payload status unclear): 1.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8: Maximum Payload Boosters (15,600 kg)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DISTINCT Booster_Version FROM SPACEXTBL WHERE PAYLOAD_MASS__KG_ = (SELECT MAX(PAYLOAD_MASS__KG_) FROM SPACEXTBL);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Starlink batches flown by F9 B5 (B1048, B1049, B1051, B1056, B1058, B1060).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Queries 9 &amp; 10: Failures &amp; Historical Rankings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9: 2015 Drone Ship Landing Failures by Month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SUBSTR(Date, 6, 2) AS Month, Date, Booster_Version FROM SPACEXTBL WHERE SUBSTR(Date, 1, 4) = '2015' AND Landing_Outcome = 'Failure (drone ship)';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Month 01 (2015-01-10, B1012) &amp; Month 04 (2015-04-14, B1015).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Query 10: Ranked Landing Outcomes (2010-06-04 to 2017-03-20)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SELECT Landing_Outcome, COUNT(*) AS Count FROM SPACEXTBL WHERE Date BETWEEN '2010-06-04' AND '2017-03-20' GROUP BY Landing_Outcome ORDER BY Count DESC;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1. No attempt (10)       2. Success (drone ship) (5)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3. Failure (drone ship) (5) 4. Success (ground pad) (3)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5. Controlled (ocean) (3)  6. Uncontrolled (ocean) (2)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--&gt; 7. Failure (parachute) (2) 8. Precluded (drone ship) (1)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INTERACTIVE ANALYTICS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Interactive Visual Analytics: Folium &amp; Dash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Folium Geospatial Mapping Architecture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Interactive Mapping Engine: Folium library built on Leaflet.js.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Geospatial Coordinates: Mapped all 4 launch complexes across Cape Canaveral (CCAFS), Kennedy Space Center (KSC), and Vandenberg (VAFB).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MarkerCluster Implementation: Implemented folium.plugins.MarkerCluster to dynamically group all 56 missions, styling markers by landing outcome (Green = Success, Red = Failure).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Proximity Safety Analysis: Computed geodesic distances using Haversine formula and drew interactive folium.PolyLine vectors from launch pads to nearest coastlines, highways, railways, and cities.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GitHub URL: https://github.com/DataScientist/spacex-falcon9-capstone/blob/main/notebooks/06_Interactive_Visual_Analytics_Folium.ipynb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Plotly Dash Interactive Dashboard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Reactive Web Framework: Plotly Dash web application built with Dash Core Components (dcc) and Dash HTML Components (html).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Dynamic Components: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1. Launch Site Dropdown: Filter dashboard by ALL sites or individual sites (CCAFS LC-40, VAFB SLC-4E, KSC LC-39A, CCAFS SLC-40).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2. Payload RangeSlider: Interactive dual-handle slider filtering launches between 0 kg and 10,000 kg.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3. Success Pie Chart: Reactively renders total success share across sites (ALL) or success vs. failure breakdown (specific site).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4. Payload Scatter Chart: Dynamic scatter plot correlating payload mass to landing success, color-coded by booster version.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GitHub URL: https://github.com/DataScientist/spacex-falcon9-capstone/blob/main/scripts/07_spacex_dash_app.py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FOLIUM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Interactive Analytics: Folium Launch Sites &amp; MarkerClusters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pic>
        <p:nvPicPr>
          <p:cNvPr id="6" name="Picture 5" descr="folium_launch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669280" cy="31181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234440"/>
            <a:ext cx="47548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417320"/>
            <a:ext cx="4297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Geographic Launch Insights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Coastal Placement Strategy: All SpaceX launch sites are positioned directly adjacent to coastlines: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Florida Coast (CCAFS/KSC): Eastward launches over the Atlantic Ocean take advantage of Earth's rotational velocity for equatorial &amp; GTO orbits.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California Coast (VAFB): Southward launches over the Pacific Ocean allow safe polar and Sun-Synchronous (SSO) orbital insertions.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Safety &amp; Hazard Minimization: Rocket trajectories immediately fly over open water, ensuring stage separations and abort debris fall safely far from populated landmasses.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Drone Ship Staging: Drone ships (OCISLY &amp; JRTI) are stationed 200–600 km downrange along launch azimuths.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FOLIUM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Interactive Analytics: Folium Proximity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pic>
        <p:nvPicPr>
          <p:cNvPr id="6" name="Picture 5" descr="folium_proxim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669280" cy="31181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234440"/>
            <a:ext cx="47548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417320"/>
            <a:ext cx="4297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Proximity Distance Findings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Nearest Coastline (~0.85 km):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Minimal distance to coastline allows rockets to clear the launch pad and immediately traverse over water, mitigating onshore blast risk.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Nearest Highway Parkway (~1.2 km):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Close proximity provides essential road transport for oversized rocket components while maintaining safe hazard clear zones during static fires and launches.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Nearest Railroad (~1.35 km):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Direct connection to NASA rail network for transporting heavy hardware and structural components.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Nearest City - Titusville (~16.5 km):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Significant buffer distance protects residential populations from acoustic shockwaves, sonic booms, and potential launch catastrophic anomalies.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DASH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Interactive Analytics: Plotly Dash Dashboard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pic>
        <p:nvPicPr>
          <p:cNvPr id="6" name="Picture 5" descr="dash_pie_all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3474720" cy="2171700"/>
          </a:xfrm>
          <a:prstGeom prst="rect">
            <a:avLst/>
          </a:prstGeom>
        </p:spPr>
      </p:pic>
      <p:pic>
        <p:nvPicPr>
          <p:cNvPr id="7" name="Picture 6" descr="dash_pie_ksc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34440"/>
            <a:ext cx="3474720" cy="2171700"/>
          </a:xfrm>
          <a:prstGeom prst="rect">
            <a:avLst/>
          </a:prstGeom>
        </p:spPr>
      </p:pic>
      <p:pic>
        <p:nvPicPr>
          <p:cNvPr id="8" name="Picture 7" descr="dash_scatter_payload_outc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234440"/>
            <a:ext cx="347472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Key Dashboard Findings: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Launch Site Success Share: KSC LC-39A contributes the largest share of successful recoveries (41.7%), followed by CCAFS SLC-40 (30.6%) and VAFB SLC-4E (16.7%).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Site Success Ratio: KSC LC-39A achieves a 76.9% success rate (10 successes vs. 3 failures), outperforming other facilities.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Payload Mass Correlation: Booster recoveries exhibit high success rates within the 2,000–5,500 kg range; Falcon 9 Block 5 boosters demonstrate 100% success across all payload masses.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MACHINE LEARNING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Predictive Analysis: Machine Learning Pipeline &amp;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Preprocessing &amp; Cross-Validation Setup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Feature Matrix (X): 83 one-hot encoded features derived from dataset_part_3.csv.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Target Vector (Y): Binary landing outcome Class (1 = Success, 0 = Failure).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Feature Standardization: Applied StandardScaler() to standardize features to zero mean and unit variance, essential for distance-based and regularized models.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Train/Test Split: 80% Training (72 samples), 20% Holdout Test (18 samples) with random_state=2 for reproducibility.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Hyperparameter Optimization: 10-fold cross-validation using GridSearchCV across all four model families to optimize hyperparameters and prevent overfitting.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GitHub URL: https://github.com/DataScientist/spacex-falcon9-capstone/blob/main/notebooks/08_Predictive_Analysis_Machine_Learning.ipynb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Model Hyperparameter Grids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1. Logistic Regression: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Grid: C in [0.01, 0.1, 1.0], penalty=['l2'], solver=['lbfgs']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Best Parameters: {'C': 0.01, 'penalty': 'l2', 'solver': 'lbfgs'}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2. Support Vector Machine (SVM):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Grid: C in [0.5, 1.0, 1.5], kernel=['linear', 'rbf', 'sigmoid']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Best Parameters: {'C': 0.5, 'kernel': 'sigmoid'}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3. Decision Tree Classifier: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Grid: criterion=['gini', 'entropy'], max_depth=[2, 4, 6, 8], min_samples_leaf=[1, 2, 4], min_samples_split=[2, 5, 10]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Best Parameters: {'criterion': 'gini', 'max_depth': 4, 'min_samples_leaf': 4, 'min_samples_split': 2}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4. K-Nearest Neighbors (KNN):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Grid: n_neighbors=[3, 5, 7, 9, 10], p=[1, 2], algorithm=['auto', 'ball_tree', 'kd_tree']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- Best Parameters: {'algorithm': 'auto', 'n_neighbors': 10, 'p': 1}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RESULTS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Predictive Analysis: Model Evaluation &amp;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pic>
        <p:nvPicPr>
          <p:cNvPr id="6" name="Picture 5" descr="ml_mode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212080" cy="2895600"/>
          </a:xfrm>
          <a:prstGeom prst="rect">
            <a:avLst/>
          </a:prstGeom>
        </p:spPr>
      </p:pic>
      <p:pic>
        <p:nvPicPr>
          <p:cNvPr id="7" name="Picture 6" descr="ml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21208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Model Performance Summary &amp; Best Model Selection: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Accuracy Scores: Logistic Regression, SVM, and KNN tied for highest Test Accuracy at 83.33% (15 correct out of 18 test samples). Decision Tree achieved 87.14% Train CV and 77.78% Test accuracy.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Confusion Matrix Analysis (18 Test Samples): True Positives = 12 (100% recall on successes), True Negatives = 3, False Positives = 3, False Negatives = 0. No successful landings were misclassified as failures.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Best Model Selection: Logistic Regression and SVM are selected as the best models due to robust generalization, high interpretability, and avoidance of tree overfitting on small sample sizes.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CONCLUSIONS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Conclusions, Business Recommendations &amp; Innovative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Grading Criteria 1.15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SpaceX Falcon 9 Capstone Project  |  IBM Applied Data Science Capstone  |  GitHub: https://github.com/DataScientist/spacex-falcon9-capstone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Business Conclusions &amp; Recommendations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Economic Takeaway: First stage reusability delivers a decisive cost advantage, reducing launch costs by ~60% ($62M vs $165M+), revolutionizing commercial space access.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Reliability Proven: Recovery success grew from 0% in 2010 to &gt;85% by 2020, demonstrating full industrialization.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Customer Strategy: Satellite operators should target KSC LC-39A for maximum recovery certainty and contract flight-proven Block 5 boosters for optimal pricing discounts.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Payload Staging: Payloads between 2,000–5,500 kg provide the ideal propellant margin for drone ship or RTLS landings.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Full Project Repository: https://github.com/DataScientist/spacex-falcon9-capstone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Creative &amp; Innovative Future Insights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Meteorological Fusion: Integrate real-time offshore atmospheric data (surface wind gusts, ocean swell wave height, upper-troposphere wind shear) directly into the predictive model.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Autonomous Drone Ship Telemetry: Incorporate thruster station-keeping data and GPS telemetry from drone ships (OCISLY / ASOG) to predict sea-state landing aborts.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Bayesian Neural Networks: Deploy Bayesian deep learning to generate calibrated epistemic uncertainty estimates for edge-case missions.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Dynamic Insurance Premium Model: Build real-time risk-adjusted insurance pricing algorithms that adjust dynamically based on launch-day booster health and flight heritage.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